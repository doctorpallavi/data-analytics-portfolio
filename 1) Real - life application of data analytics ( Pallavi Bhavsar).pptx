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074683-71D4-469E-A3B9-6C7702E661DB}" type="doc">
      <dgm:prSet loTypeId="urn:microsoft.com/office/officeart/2005/8/layout/cycle5" loCatId="cycle" qsTypeId="urn:microsoft.com/office/officeart/2005/8/quickstyle/3d4" qsCatId="3D" csTypeId="urn:microsoft.com/office/officeart/2005/8/colors/accent1_5" csCatId="accent1" phldr="1"/>
      <dgm:spPr/>
      <dgm:t>
        <a:bodyPr/>
        <a:lstStyle/>
        <a:p>
          <a:endParaRPr lang="en-IN"/>
        </a:p>
      </dgm:t>
    </dgm:pt>
    <dgm:pt modelId="{5096228D-1E8D-41C8-AD6E-DFB075255405}">
      <dgm:prSet phldrT="[Text]"/>
      <dgm:spPr/>
      <dgm:t>
        <a:bodyPr/>
        <a:lstStyle/>
        <a:p>
          <a:r>
            <a:rPr lang="en-US" dirty="0"/>
            <a:t>Plan</a:t>
          </a:r>
          <a:endParaRPr lang="en-IN" dirty="0"/>
        </a:p>
      </dgm:t>
    </dgm:pt>
    <dgm:pt modelId="{27F23628-A49D-46B6-9DA7-2C4801D0B9BD}" type="parTrans" cxnId="{EDEA5A29-AA05-4305-9079-05D5ACBE7D05}">
      <dgm:prSet/>
      <dgm:spPr/>
      <dgm:t>
        <a:bodyPr/>
        <a:lstStyle/>
        <a:p>
          <a:endParaRPr lang="en-IN"/>
        </a:p>
      </dgm:t>
    </dgm:pt>
    <dgm:pt modelId="{FE46761E-D1FD-441B-B14D-32A2D46B9BC3}" type="sibTrans" cxnId="{EDEA5A29-AA05-4305-9079-05D5ACBE7D05}">
      <dgm:prSet/>
      <dgm:spPr/>
      <dgm:t>
        <a:bodyPr/>
        <a:lstStyle/>
        <a:p>
          <a:endParaRPr lang="en-IN"/>
        </a:p>
      </dgm:t>
    </dgm:pt>
    <dgm:pt modelId="{8C1032C9-F328-49E6-AC28-E735617B7077}">
      <dgm:prSet phldrT="[Text]"/>
      <dgm:spPr/>
      <dgm:t>
        <a:bodyPr/>
        <a:lstStyle/>
        <a:p>
          <a:r>
            <a:rPr lang="en-US" dirty="0"/>
            <a:t>Prepare</a:t>
          </a:r>
          <a:endParaRPr lang="en-IN" dirty="0"/>
        </a:p>
      </dgm:t>
    </dgm:pt>
    <dgm:pt modelId="{CB912509-49CF-4812-B300-B211EBF7C5E3}" type="parTrans" cxnId="{0AC71175-33AD-4013-B6BD-2DDB02B63375}">
      <dgm:prSet/>
      <dgm:spPr/>
      <dgm:t>
        <a:bodyPr/>
        <a:lstStyle/>
        <a:p>
          <a:endParaRPr lang="en-IN"/>
        </a:p>
      </dgm:t>
    </dgm:pt>
    <dgm:pt modelId="{A889F605-87C2-42D7-B08D-B68925117CC3}" type="sibTrans" cxnId="{0AC71175-33AD-4013-B6BD-2DDB02B63375}">
      <dgm:prSet/>
      <dgm:spPr/>
      <dgm:t>
        <a:bodyPr/>
        <a:lstStyle/>
        <a:p>
          <a:endParaRPr lang="en-IN"/>
        </a:p>
      </dgm:t>
    </dgm:pt>
    <dgm:pt modelId="{EF53C69C-8761-4E59-BC0A-AD1E664122C7}">
      <dgm:prSet phldrT="[Text]"/>
      <dgm:spPr/>
      <dgm:t>
        <a:bodyPr/>
        <a:lstStyle/>
        <a:p>
          <a:r>
            <a:rPr lang="en-US" dirty="0"/>
            <a:t>Process</a:t>
          </a:r>
          <a:endParaRPr lang="en-IN" dirty="0"/>
        </a:p>
      </dgm:t>
    </dgm:pt>
    <dgm:pt modelId="{F429481B-AD5E-4A2A-ADC2-E115967A4284}" type="parTrans" cxnId="{149D2C58-A07D-4413-86AF-D1EB1AD46686}">
      <dgm:prSet/>
      <dgm:spPr/>
      <dgm:t>
        <a:bodyPr/>
        <a:lstStyle/>
        <a:p>
          <a:endParaRPr lang="en-IN"/>
        </a:p>
      </dgm:t>
    </dgm:pt>
    <dgm:pt modelId="{B91FC5DD-2435-46AE-9628-8502C91BDA6E}" type="sibTrans" cxnId="{149D2C58-A07D-4413-86AF-D1EB1AD46686}">
      <dgm:prSet/>
      <dgm:spPr/>
      <dgm:t>
        <a:bodyPr/>
        <a:lstStyle/>
        <a:p>
          <a:endParaRPr lang="en-IN"/>
        </a:p>
      </dgm:t>
    </dgm:pt>
    <dgm:pt modelId="{3CCE71A8-B3EF-4506-8F58-339D39C44860}">
      <dgm:prSet phldrT="[Text]"/>
      <dgm:spPr/>
      <dgm:t>
        <a:bodyPr/>
        <a:lstStyle/>
        <a:p>
          <a:r>
            <a:rPr lang="en-US" dirty="0"/>
            <a:t>Analyze</a:t>
          </a:r>
          <a:endParaRPr lang="en-IN" dirty="0"/>
        </a:p>
      </dgm:t>
    </dgm:pt>
    <dgm:pt modelId="{094BD8ED-43F1-4A9E-BDF2-C1EC2EF4F338}" type="parTrans" cxnId="{1B5F7F48-365C-4E04-BF5A-4E89FDEFE1EA}">
      <dgm:prSet/>
      <dgm:spPr/>
      <dgm:t>
        <a:bodyPr/>
        <a:lstStyle/>
        <a:p>
          <a:endParaRPr lang="en-IN"/>
        </a:p>
      </dgm:t>
    </dgm:pt>
    <dgm:pt modelId="{39498FF7-99DB-40A7-BDB7-0782CB19DE18}" type="sibTrans" cxnId="{1B5F7F48-365C-4E04-BF5A-4E89FDEFE1EA}">
      <dgm:prSet/>
      <dgm:spPr/>
      <dgm:t>
        <a:bodyPr/>
        <a:lstStyle/>
        <a:p>
          <a:endParaRPr lang="en-IN"/>
        </a:p>
      </dgm:t>
    </dgm:pt>
    <dgm:pt modelId="{88203D1D-D65D-4DD3-AA2E-7FA96048A456}">
      <dgm:prSet phldrT="[Text]"/>
      <dgm:spPr/>
      <dgm:t>
        <a:bodyPr/>
        <a:lstStyle/>
        <a:p>
          <a:r>
            <a:rPr lang="en-US" dirty="0"/>
            <a:t>Share and act</a:t>
          </a:r>
          <a:endParaRPr lang="en-IN" dirty="0"/>
        </a:p>
      </dgm:t>
    </dgm:pt>
    <dgm:pt modelId="{28423F8D-F8A2-40BD-BED7-BB7CEA3AAAFA}" type="parTrans" cxnId="{0828E9E4-8070-4136-AB42-0DC892E75500}">
      <dgm:prSet/>
      <dgm:spPr/>
      <dgm:t>
        <a:bodyPr/>
        <a:lstStyle/>
        <a:p>
          <a:endParaRPr lang="en-IN"/>
        </a:p>
      </dgm:t>
    </dgm:pt>
    <dgm:pt modelId="{24E4E609-0C2D-4E01-B3DD-BE4AF12B1781}" type="sibTrans" cxnId="{0828E9E4-8070-4136-AB42-0DC892E75500}">
      <dgm:prSet/>
      <dgm:spPr/>
      <dgm:t>
        <a:bodyPr/>
        <a:lstStyle/>
        <a:p>
          <a:endParaRPr lang="en-IN"/>
        </a:p>
      </dgm:t>
    </dgm:pt>
    <dgm:pt modelId="{C312D768-AC1E-4E41-994D-D3F6AEFBFD9F}" type="pres">
      <dgm:prSet presAssocID="{D1074683-71D4-469E-A3B9-6C7702E661DB}" presName="cycle" presStyleCnt="0">
        <dgm:presLayoutVars>
          <dgm:dir/>
          <dgm:resizeHandles val="exact"/>
        </dgm:presLayoutVars>
      </dgm:prSet>
      <dgm:spPr/>
    </dgm:pt>
    <dgm:pt modelId="{1963374D-2DA7-429E-B59C-9845B795FD6B}" type="pres">
      <dgm:prSet presAssocID="{5096228D-1E8D-41C8-AD6E-DFB075255405}" presName="node" presStyleLbl="node1" presStyleIdx="0" presStyleCnt="5">
        <dgm:presLayoutVars>
          <dgm:bulletEnabled val="1"/>
        </dgm:presLayoutVars>
      </dgm:prSet>
      <dgm:spPr/>
    </dgm:pt>
    <dgm:pt modelId="{CC029E6A-A9E7-4446-B9D7-CFF8F25E9D4E}" type="pres">
      <dgm:prSet presAssocID="{5096228D-1E8D-41C8-AD6E-DFB075255405}" presName="spNode" presStyleCnt="0"/>
      <dgm:spPr/>
    </dgm:pt>
    <dgm:pt modelId="{BA327414-A173-4F98-9618-8EF430460933}" type="pres">
      <dgm:prSet presAssocID="{FE46761E-D1FD-441B-B14D-32A2D46B9BC3}" presName="sibTrans" presStyleLbl="sibTrans1D1" presStyleIdx="0" presStyleCnt="5"/>
      <dgm:spPr/>
    </dgm:pt>
    <dgm:pt modelId="{93CFD9D5-2236-43AE-A255-583062A5FCDE}" type="pres">
      <dgm:prSet presAssocID="{8C1032C9-F328-49E6-AC28-E735617B7077}" presName="node" presStyleLbl="node1" presStyleIdx="1" presStyleCnt="5">
        <dgm:presLayoutVars>
          <dgm:bulletEnabled val="1"/>
        </dgm:presLayoutVars>
      </dgm:prSet>
      <dgm:spPr/>
    </dgm:pt>
    <dgm:pt modelId="{CDB929A9-8FE5-4E46-A850-3C6CBBDC704E}" type="pres">
      <dgm:prSet presAssocID="{8C1032C9-F328-49E6-AC28-E735617B7077}" presName="spNode" presStyleCnt="0"/>
      <dgm:spPr/>
    </dgm:pt>
    <dgm:pt modelId="{4A941F74-EF58-457C-B2BA-E3982C3D1C17}" type="pres">
      <dgm:prSet presAssocID="{A889F605-87C2-42D7-B08D-B68925117CC3}" presName="sibTrans" presStyleLbl="sibTrans1D1" presStyleIdx="1" presStyleCnt="5"/>
      <dgm:spPr/>
    </dgm:pt>
    <dgm:pt modelId="{79A60725-3DC2-4BF9-93DE-7C0D0FF2994B}" type="pres">
      <dgm:prSet presAssocID="{EF53C69C-8761-4E59-BC0A-AD1E664122C7}" presName="node" presStyleLbl="node1" presStyleIdx="2" presStyleCnt="5">
        <dgm:presLayoutVars>
          <dgm:bulletEnabled val="1"/>
        </dgm:presLayoutVars>
      </dgm:prSet>
      <dgm:spPr/>
    </dgm:pt>
    <dgm:pt modelId="{FB740382-F4FE-41FC-9628-8F4412954591}" type="pres">
      <dgm:prSet presAssocID="{EF53C69C-8761-4E59-BC0A-AD1E664122C7}" presName="spNode" presStyleCnt="0"/>
      <dgm:spPr/>
    </dgm:pt>
    <dgm:pt modelId="{869C7219-5E7B-4012-B686-6D9FF23098D8}" type="pres">
      <dgm:prSet presAssocID="{B91FC5DD-2435-46AE-9628-8502C91BDA6E}" presName="sibTrans" presStyleLbl="sibTrans1D1" presStyleIdx="2" presStyleCnt="5"/>
      <dgm:spPr/>
    </dgm:pt>
    <dgm:pt modelId="{E2D1BEC8-6EC7-4ACD-B18B-1D40D0E88F97}" type="pres">
      <dgm:prSet presAssocID="{3CCE71A8-B3EF-4506-8F58-339D39C44860}" presName="node" presStyleLbl="node1" presStyleIdx="3" presStyleCnt="5">
        <dgm:presLayoutVars>
          <dgm:bulletEnabled val="1"/>
        </dgm:presLayoutVars>
      </dgm:prSet>
      <dgm:spPr/>
    </dgm:pt>
    <dgm:pt modelId="{8E6DE1C0-BB46-4A14-8D4C-34C3DECAC838}" type="pres">
      <dgm:prSet presAssocID="{3CCE71A8-B3EF-4506-8F58-339D39C44860}" presName="spNode" presStyleCnt="0"/>
      <dgm:spPr/>
    </dgm:pt>
    <dgm:pt modelId="{44DB7EC3-46F5-4A6D-842F-96FCBB7EC2F6}" type="pres">
      <dgm:prSet presAssocID="{39498FF7-99DB-40A7-BDB7-0782CB19DE18}" presName="sibTrans" presStyleLbl="sibTrans1D1" presStyleIdx="3" presStyleCnt="5"/>
      <dgm:spPr/>
    </dgm:pt>
    <dgm:pt modelId="{6325F3BD-5145-4DC3-A0AC-D512A2AD16CC}" type="pres">
      <dgm:prSet presAssocID="{88203D1D-D65D-4DD3-AA2E-7FA96048A456}" presName="node" presStyleLbl="node1" presStyleIdx="4" presStyleCnt="5">
        <dgm:presLayoutVars>
          <dgm:bulletEnabled val="1"/>
        </dgm:presLayoutVars>
      </dgm:prSet>
      <dgm:spPr/>
    </dgm:pt>
    <dgm:pt modelId="{6C609B9E-EB3C-416F-9AE0-FC0276FF6E1A}" type="pres">
      <dgm:prSet presAssocID="{88203D1D-D65D-4DD3-AA2E-7FA96048A456}" presName="spNode" presStyleCnt="0"/>
      <dgm:spPr/>
    </dgm:pt>
    <dgm:pt modelId="{837B04DB-D610-4C91-80C9-95FF9E822FA6}" type="pres">
      <dgm:prSet presAssocID="{24E4E609-0C2D-4E01-B3DD-BE4AF12B1781}" presName="sibTrans" presStyleLbl="sibTrans1D1" presStyleIdx="4" presStyleCnt="5"/>
      <dgm:spPr/>
    </dgm:pt>
  </dgm:ptLst>
  <dgm:cxnLst>
    <dgm:cxn modelId="{EDEA5A29-AA05-4305-9079-05D5ACBE7D05}" srcId="{D1074683-71D4-469E-A3B9-6C7702E661DB}" destId="{5096228D-1E8D-41C8-AD6E-DFB075255405}" srcOrd="0" destOrd="0" parTransId="{27F23628-A49D-46B6-9DA7-2C4801D0B9BD}" sibTransId="{FE46761E-D1FD-441B-B14D-32A2D46B9BC3}"/>
    <dgm:cxn modelId="{A488D729-1917-405B-82AF-998CA7C91BA1}" type="presOf" srcId="{88203D1D-D65D-4DD3-AA2E-7FA96048A456}" destId="{6325F3BD-5145-4DC3-A0AC-D512A2AD16CC}" srcOrd="0" destOrd="0" presId="urn:microsoft.com/office/officeart/2005/8/layout/cycle5"/>
    <dgm:cxn modelId="{FD7DC13D-9588-46DC-9352-3CBDA6AE1968}" type="presOf" srcId="{A889F605-87C2-42D7-B08D-B68925117CC3}" destId="{4A941F74-EF58-457C-B2BA-E3982C3D1C17}" srcOrd="0" destOrd="0" presId="urn:microsoft.com/office/officeart/2005/8/layout/cycle5"/>
    <dgm:cxn modelId="{82A9D85C-F000-4619-ABDF-FF9208B722FD}" type="presOf" srcId="{5096228D-1E8D-41C8-AD6E-DFB075255405}" destId="{1963374D-2DA7-429E-B59C-9845B795FD6B}" srcOrd="0" destOrd="0" presId="urn:microsoft.com/office/officeart/2005/8/layout/cycle5"/>
    <dgm:cxn modelId="{9AE0A767-9B23-473C-9C36-600950032C15}" type="presOf" srcId="{8C1032C9-F328-49E6-AC28-E735617B7077}" destId="{93CFD9D5-2236-43AE-A255-583062A5FCDE}" srcOrd="0" destOrd="0" presId="urn:microsoft.com/office/officeart/2005/8/layout/cycle5"/>
    <dgm:cxn modelId="{1B5F7F48-365C-4E04-BF5A-4E89FDEFE1EA}" srcId="{D1074683-71D4-469E-A3B9-6C7702E661DB}" destId="{3CCE71A8-B3EF-4506-8F58-339D39C44860}" srcOrd="3" destOrd="0" parTransId="{094BD8ED-43F1-4A9E-BDF2-C1EC2EF4F338}" sibTransId="{39498FF7-99DB-40A7-BDB7-0782CB19DE18}"/>
    <dgm:cxn modelId="{CA180952-8979-4C91-B776-4760F29CCD08}" type="presOf" srcId="{3CCE71A8-B3EF-4506-8F58-339D39C44860}" destId="{E2D1BEC8-6EC7-4ACD-B18B-1D40D0E88F97}" srcOrd="0" destOrd="0" presId="urn:microsoft.com/office/officeart/2005/8/layout/cycle5"/>
    <dgm:cxn modelId="{0AC71175-33AD-4013-B6BD-2DDB02B63375}" srcId="{D1074683-71D4-469E-A3B9-6C7702E661DB}" destId="{8C1032C9-F328-49E6-AC28-E735617B7077}" srcOrd="1" destOrd="0" parTransId="{CB912509-49CF-4812-B300-B211EBF7C5E3}" sibTransId="{A889F605-87C2-42D7-B08D-B68925117CC3}"/>
    <dgm:cxn modelId="{149D2C58-A07D-4413-86AF-D1EB1AD46686}" srcId="{D1074683-71D4-469E-A3B9-6C7702E661DB}" destId="{EF53C69C-8761-4E59-BC0A-AD1E664122C7}" srcOrd="2" destOrd="0" parTransId="{F429481B-AD5E-4A2A-ADC2-E115967A4284}" sibTransId="{B91FC5DD-2435-46AE-9628-8502C91BDA6E}"/>
    <dgm:cxn modelId="{845E3B9F-6723-4C74-A0FF-8B9ABC68A10A}" type="presOf" srcId="{24E4E609-0C2D-4E01-B3DD-BE4AF12B1781}" destId="{837B04DB-D610-4C91-80C9-95FF9E822FA6}" srcOrd="0" destOrd="0" presId="urn:microsoft.com/office/officeart/2005/8/layout/cycle5"/>
    <dgm:cxn modelId="{43CF35AC-CBA4-427E-BC09-3FD56D5FABF4}" type="presOf" srcId="{FE46761E-D1FD-441B-B14D-32A2D46B9BC3}" destId="{BA327414-A173-4F98-9618-8EF430460933}" srcOrd="0" destOrd="0" presId="urn:microsoft.com/office/officeart/2005/8/layout/cycle5"/>
    <dgm:cxn modelId="{F82D41AC-EBED-4D25-A936-B573720609B8}" type="presOf" srcId="{39498FF7-99DB-40A7-BDB7-0782CB19DE18}" destId="{44DB7EC3-46F5-4A6D-842F-96FCBB7EC2F6}" srcOrd="0" destOrd="0" presId="urn:microsoft.com/office/officeart/2005/8/layout/cycle5"/>
    <dgm:cxn modelId="{406554DA-EC85-4546-BCF9-F3AF7D9EC08E}" type="presOf" srcId="{B91FC5DD-2435-46AE-9628-8502C91BDA6E}" destId="{869C7219-5E7B-4012-B686-6D9FF23098D8}" srcOrd="0" destOrd="0" presId="urn:microsoft.com/office/officeart/2005/8/layout/cycle5"/>
    <dgm:cxn modelId="{1ACF30E0-8C7A-4773-AA89-2A09FEA27A50}" type="presOf" srcId="{EF53C69C-8761-4E59-BC0A-AD1E664122C7}" destId="{79A60725-3DC2-4BF9-93DE-7C0D0FF2994B}" srcOrd="0" destOrd="0" presId="urn:microsoft.com/office/officeart/2005/8/layout/cycle5"/>
    <dgm:cxn modelId="{0828E9E4-8070-4136-AB42-0DC892E75500}" srcId="{D1074683-71D4-469E-A3B9-6C7702E661DB}" destId="{88203D1D-D65D-4DD3-AA2E-7FA96048A456}" srcOrd="4" destOrd="0" parTransId="{28423F8D-F8A2-40BD-BED7-BB7CEA3AAAFA}" sibTransId="{24E4E609-0C2D-4E01-B3DD-BE4AF12B1781}"/>
    <dgm:cxn modelId="{1DFA09E6-0FC6-416D-BB4F-D05ECC37CBBE}" type="presOf" srcId="{D1074683-71D4-469E-A3B9-6C7702E661DB}" destId="{C312D768-AC1E-4E41-994D-D3F6AEFBFD9F}" srcOrd="0" destOrd="0" presId="urn:microsoft.com/office/officeart/2005/8/layout/cycle5"/>
    <dgm:cxn modelId="{42296F97-288A-47E7-B925-6D421A7B5BF7}" type="presParOf" srcId="{C312D768-AC1E-4E41-994D-D3F6AEFBFD9F}" destId="{1963374D-2DA7-429E-B59C-9845B795FD6B}" srcOrd="0" destOrd="0" presId="urn:microsoft.com/office/officeart/2005/8/layout/cycle5"/>
    <dgm:cxn modelId="{AD081D2D-3977-446E-96E9-008234669C2D}" type="presParOf" srcId="{C312D768-AC1E-4E41-994D-D3F6AEFBFD9F}" destId="{CC029E6A-A9E7-4446-B9D7-CFF8F25E9D4E}" srcOrd="1" destOrd="0" presId="urn:microsoft.com/office/officeart/2005/8/layout/cycle5"/>
    <dgm:cxn modelId="{5B757C5E-39DC-41A3-ACE2-17719D2A29A9}" type="presParOf" srcId="{C312D768-AC1E-4E41-994D-D3F6AEFBFD9F}" destId="{BA327414-A173-4F98-9618-8EF430460933}" srcOrd="2" destOrd="0" presId="urn:microsoft.com/office/officeart/2005/8/layout/cycle5"/>
    <dgm:cxn modelId="{35688D8D-2D44-421F-BA78-B467D6F05435}" type="presParOf" srcId="{C312D768-AC1E-4E41-994D-D3F6AEFBFD9F}" destId="{93CFD9D5-2236-43AE-A255-583062A5FCDE}" srcOrd="3" destOrd="0" presId="urn:microsoft.com/office/officeart/2005/8/layout/cycle5"/>
    <dgm:cxn modelId="{EF1054CD-CC5B-4219-830E-7E8B47FAF3DC}" type="presParOf" srcId="{C312D768-AC1E-4E41-994D-D3F6AEFBFD9F}" destId="{CDB929A9-8FE5-4E46-A850-3C6CBBDC704E}" srcOrd="4" destOrd="0" presId="urn:microsoft.com/office/officeart/2005/8/layout/cycle5"/>
    <dgm:cxn modelId="{2C2977A0-5CF4-4FA3-AD2F-577362F5F170}" type="presParOf" srcId="{C312D768-AC1E-4E41-994D-D3F6AEFBFD9F}" destId="{4A941F74-EF58-457C-B2BA-E3982C3D1C17}" srcOrd="5" destOrd="0" presId="urn:microsoft.com/office/officeart/2005/8/layout/cycle5"/>
    <dgm:cxn modelId="{956FFA84-D17B-4CF3-A5BE-043E5C61B75F}" type="presParOf" srcId="{C312D768-AC1E-4E41-994D-D3F6AEFBFD9F}" destId="{79A60725-3DC2-4BF9-93DE-7C0D0FF2994B}" srcOrd="6" destOrd="0" presId="urn:microsoft.com/office/officeart/2005/8/layout/cycle5"/>
    <dgm:cxn modelId="{A53AAF57-D2C5-442D-A541-A5862F86DABC}" type="presParOf" srcId="{C312D768-AC1E-4E41-994D-D3F6AEFBFD9F}" destId="{FB740382-F4FE-41FC-9628-8F4412954591}" srcOrd="7" destOrd="0" presId="urn:microsoft.com/office/officeart/2005/8/layout/cycle5"/>
    <dgm:cxn modelId="{65C4E6C2-62D2-4A79-BC2C-5C38FE5015AB}" type="presParOf" srcId="{C312D768-AC1E-4E41-994D-D3F6AEFBFD9F}" destId="{869C7219-5E7B-4012-B686-6D9FF23098D8}" srcOrd="8" destOrd="0" presId="urn:microsoft.com/office/officeart/2005/8/layout/cycle5"/>
    <dgm:cxn modelId="{C55FD5E6-FA41-4989-8E3A-1699D68594A9}" type="presParOf" srcId="{C312D768-AC1E-4E41-994D-D3F6AEFBFD9F}" destId="{E2D1BEC8-6EC7-4ACD-B18B-1D40D0E88F97}" srcOrd="9" destOrd="0" presId="urn:microsoft.com/office/officeart/2005/8/layout/cycle5"/>
    <dgm:cxn modelId="{1E28D68D-C394-4EBA-AD51-E67DD760B8D9}" type="presParOf" srcId="{C312D768-AC1E-4E41-994D-D3F6AEFBFD9F}" destId="{8E6DE1C0-BB46-4A14-8D4C-34C3DECAC838}" srcOrd="10" destOrd="0" presId="urn:microsoft.com/office/officeart/2005/8/layout/cycle5"/>
    <dgm:cxn modelId="{ACCBD1B0-6B71-4B54-B359-44EA3D50D5D4}" type="presParOf" srcId="{C312D768-AC1E-4E41-994D-D3F6AEFBFD9F}" destId="{44DB7EC3-46F5-4A6D-842F-96FCBB7EC2F6}" srcOrd="11" destOrd="0" presId="urn:microsoft.com/office/officeart/2005/8/layout/cycle5"/>
    <dgm:cxn modelId="{4ACBA18D-47DF-46DE-95E2-5C36005E236F}" type="presParOf" srcId="{C312D768-AC1E-4E41-994D-D3F6AEFBFD9F}" destId="{6325F3BD-5145-4DC3-A0AC-D512A2AD16CC}" srcOrd="12" destOrd="0" presId="urn:microsoft.com/office/officeart/2005/8/layout/cycle5"/>
    <dgm:cxn modelId="{384804CD-0139-4390-BE71-786A828AADD9}" type="presParOf" srcId="{C312D768-AC1E-4E41-994D-D3F6AEFBFD9F}" destId="{6C609B9E-EB3C-416F-9AE0-FC0276FF6E1A}" srcOrd="13" destOrd="0" presId="urn:microsoft.com/office/officeart/2005/8/layout/cycle5"/>
    <dgm:cxn modelId="{E3DB364C-D00F-4D1B-ABEB-CD2186618592}" type="presParOf" srcId="{C312D768-AC1E-4E41-994D-D3F6AEFBFD9F}" destId="{837B04DB-D610-4C91-80C9-95FF9E822FA6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3374D-2DA7-429E-B59C-9845B795FD6B}">
      <dsp:nvSpPr>
        <dsp:cNvPr id="0" name=""/>
        <dsp:cNvSpPr/>
      </dsp:nvSpPr>
      <dsp:spPr>
        <a:xfrm>
          <a:off x="3088204" y="2180"/>
          <a:ext cx="1029108" cy="668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Plan</a:t>
          </a:r>
          <a:endParaRPr lang="en-IN" sz="1700" kern="1200" dirty="0"/>
        </a:p>
      </dsp:txBody>
      <dsp:txXfrm>
        <a:off x="3120858" y="34834"/>
        <a:ext cx="963800" cy="603612"/>
      </dsp:txXfrm>
    </dsp:sp>
    <dsp:sp modelId="{BA327414-A173-4F98-9618-8EF430460933}">
      <dsp:nvSpPr>
        <dsp:cNvPr id="0" name=""/>
        <dsp:cNvSpPr/>
      </dsp:nvSpPr>
      <dsp:spPr>
        <a:xfrm>
          <a:off x="2266235" y="336640"/>
          <a:ext cx="2673046" cy="2673046"/>
        </a:xfrm>
        <a:custGeom>
          <a:avLst/>
          <a:gdLst/>
          <a:ahLst/>
          <a:cxnLst/>
          <a:rect l="0" t="0" r="0" b="0"/>
          <a:pathLst>
            <a:path>
              <a:moveTo>
                <a:pt x="1988965" y="170069"/>
              </a:moveTo>
              <a:arcTo wR="1336523" hR="1336523" stAng="17953198" swAng="1211915"/>
            </a:path>
          </a:pathLst>
        </a:custGeom>
        <a:noFill/>
        <a:ln w="6350" cap="flat" cmpd="sng" algn="ctr">
          <a:solidFill>
            <a:schemeClr val="accent1">
              <a:shade val="90000"/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CFD9D5-2236-43AE-A255-583062A5FCDE}">
      <dsp:nvSpPr>
        <dsp:cNvPr id="0" name=""/>
        <dsp:cNvSpPr/>
      </dsp:nvSpPr>
      <dsp:spPr>
        <a:xfrm>
          <a:off x="4359313" y="925695"/>
          <a:ext cx="1029108" cy="668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Prepare</a:t>
          </a:r>
          <a:endParaRPr lang="en-IN" sz="1700" kern="1200" dirty="0"/>
        </a:p>
      </dsp:txBody>
      <dsp:txXfrm>
        <a:off x="4391967" y="958349"/>
        <a:ext cx="963800" cy="603612"/>
      </dsp:txXfrm>
    </dsp:sp>
    <dsp:sp modelId="{4A941F74-EF58-457C-B2BA-E3982C3D1C17}">
      <dsp:nvSpPr>
        <dsp:cNvPr id="0" name=""/>
        <dsp:cNvSpPr/>
      </dsp:nvSpPr>
      <dsp:spPr>
        <a:xfrm>
          <a:off x="2266235" y="336640"/>
          <a:ext cx="2673046" cy="2673046"/>
        </a:xfrm>
        <a:custGeom>
          <a:avLst/>
          <a:gdLst/>
          <a:ahLst/>
          <a:cxnLst/>
          <a:rect l="0" t="0" r="0" b="0"/>
          <a:pathLst>
            <a:path>
              <a:moveTo>
                <a:pt x="2669843" y="1428993"/>
              </a:moveTo>
              <a:arcTo wR="1336523" hR="1336523" stAng="21838038" swAng="1360017"/>
            </a:path>
          </a:pathLst>
        </a:custGeom>
        <a:noFill/>
        <a:ln w="6350" cap="flat" cmpd="sng" algn="ctr">
          <a:solidFill>
            <a:schemeClr val="accent1">
              <a:shade val="90000"/>
              <a:hueOff val="-144343"/>
              <a:satOff val="-6999"/>
              <a:lumOff val="9797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A60725-3DC2-4BF9-93DE-7C0D0FF2994B}">
      <dsp:nvSpPr>
        <dsp:cNvPr id="0" name=""/>
        <dsp:cNvSpPr/>
      </dsp:nvSpPr>
      <dsp:spPr>
        <a:xfrm>
          <a:off x="3873793" y="2419973"/>
          <a:ext cx="1029108" cy="668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Process</a:t>
          </a:r>
          <a:endParaRPr lang="en-IN" sz="1700" kern="1200" dirty="0"/>
        </a:p>
      </dsp:txBody>
      <dsp:txXfrm>
        <a:off x="3906447" y="2452627"/>
        <a:ext cx="963800" cy="603612"/>
      </dsp:txXfrm>
    </dsp:sp>
    <dsp:sp modelId="{869C7219-5E7B-4012-B686-6D9FF23098D8}">
      <dsp:nvSpPr>
        <dsp:cNvPr id="0" name=""/>
        <dsp:cNvSpPr/>
      </dsp:nvSpPr>
      <dsp:spPr>
        <a:xfrm>
          <a:off x="2266235" y="336640"/>
          <a:ext cx="2673046" cy="2673046"/>
        </a:xfrm>
        <a:custGeom>
          <a:avLst/>
          <a:gdLst/>
          <a:ahLst/>
          <a:cxnLst/>
          <a:rect l="0" t="0" r="0" b="0"/>
          <a:pathLst>
            <a:path>
              <a:moveTo>
                <a:pt x="1500621" y="2662934"/>
              </a:moveTo>
              <a:arcTo wR="1336523" hR="1336523" stAng="4976845" swAng="846309"/>
            </a:path>
          </a:pathLst>
        </a:custGeom>
        <a:noFill/>
        <a:ln w="6350" cap="flat" cmpd="sng" algn="ctr">
          <a:solidFill>
            <a:schemeClr val="accent1">
              <a:shade val="90000"/>
              <a:hueOff val="-288686"/>
              <a:satOff val="-13998"/>
              <a:lumOff val="19594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D1BEC8-6EC7-4ACD-B18B-1D40D0E88F97}">
      <dsp:nvSpPr>
        <dsp:cNvPr id="0" name=""/>
        <dsp:cNvSpPr/>
      </dsp:nvSpPr>
      <dsp:spPr>
        <a:xfrm>
          <a:off x="2302616" y="2419973"/>
          <a:ext cx="1029108" cy="668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Analyze</a:t>
          </a:r>
          <a:endParaRPr lang="en-IN" sz="1700" kern="1200" dirty="0"/>
        </a:p>
      </dsp:txBody>
      <dsp:txXfrm>
        <a:off x="2335270" y="2452627"/>
        <a:ext cx="963800" cy="603612"/>
      </dsp:txXfrm>
    </dsp:sp>
    <dsp:sp modelId="{44DB7EC3-46F5-4A6D-842F-96FCBB7EC2F6}">
      <dsp:nvSpPr>
        <dsp:cNvPr id="0" name=""/>
        <dsp:cNvSpPr/>
      </dsp:nvSpPr>
      <dsp:spPr>
        <a:xfrm>
          <a:off x="2266235" y="336640"/>
          <a:ext cx="2673046" cy="2673046"/>
        </a:xfrm>
        <a:custGeom>
          <a:avLst/>
          <a:gdLst/>
          <a:ahLst/>
          <a:cxnLst/>
          <a:rect l="0" t="0" r="0" b="0"/>
          <a:pathLst>
            <a:path>
              <a:moveTo>
                <a:pt x="141823" y="1935678"/>
              </a:moveTo>
              <a:arcTo wR="1336523" hR="1336523" stAng="9201944" swAng="1360017"/>
            </a:path>
          </a:pathLst>
        </a:custGeom>
        <a:noFill/>
        <a:ln w="6350" cap="flat" cmpd="sng" algn="ctr">
          <a:solidFill>
            <a:schemeClr val="accent1">
              <a:shade val="90000"/>
              <a:hueOff val="-433029"/>
              <a:satOff val="-20997"/>
              <a:lumOff val="2939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25F3BD-5145-4DC3-A0AC-D512A2AD16CC}">
      <dsp:nvSpPr>
        <dsp:cNvPr id="0" name=""/>
        <dsp:cNvSpPr/>
      </dsp:nvSpPr>
      <dsp:spPr>
        <a:xfrm>
          <a:off x="1817095" y="925695"/>
          <a:ext cx="1029108" cy="668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Share and act</a:t>
          </a:r>
          <a:endParaRPr lang="en-IN" sz="1700" kern="1200" dirty="0"/>
        </a:p>
      </dsp:txBody>
      <dsp:txXfrm>
        <a:off x="1849749" y="958349"/>
        <a:ext cx="963800" cy="603612"/>
      </dsp:txXfrm>
    </dsp:sp>
    <dsp:sp modelId="{837B04DB-D610-4C91-80C9-95FF9E822FA6}">
      <dsp:nvSpPr>
        <dsp:cNvPr id="0" name=""/>
        <dsp:cNvSpPr/>
      </dsp:nvSpPr>
      <dsp:spPr>
        <a:xfrm>
          <a:off x="2266235" y="336640"/>
          <a:ext cx="2673046" cy="2673046"/>
        </a:xfrm>
        <a:custGeom>
          <a:avLst/>
          <a:gdLst/>
          <a:ahLst/>
          <a:cxnLst/>
          <a:rect l="0" t="0" r="0" b="0"/>
          <a:pathLst>
            <a:path>
              <a:moveTo>
                <a:pt x="321457" y="467077"/>
              </a:moveTo>
              <a:arcTo wR="1336523" hR="1336523" stAng="13234887" swAng="1211915"/>
            </a:path>
          </a:pathLst>
        </a:custGeom>
        <a:noFill/>
        <a:ln w="6350" cap="flat" cmpd="sng" algn="ctr">
          <a:solidFill>
            <a:schemeClr val="accent1">
              <a:shade val="90000"/>
              <a:hueOff val="-577372"/>
              <a:satOff val="-27996"/>
              <a:lumOff val="39187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2/21/2025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76500-EFBF-9957-B7DD-81147DFE8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765704"/>
          </a:xfrm>
        </p:spPr>
        <p:txBody>
          <a:bodyPr/>
          <a:lstStyle/>
          <a:p>
            <a:r>
              <a:rPr lang="en-US" sz="4400" dirty="0"/>
              <a:t>Real - life application of data analytics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5C867-6AC5-D1E3-1CCA-65E2EFB6C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9966960" cy="171034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Clinical Research – Drug Effectiveness study in Diabetes patient .</a:t>
            </a:r>
          </a:p>
          <a:p>
            <a:r>
              <a:rPr lang="en-US" sz="2400" dirty="0"/>
              <a:t>(case study on diabetes management)</a:t>
            </a:r>
          </a:p>
          <a:p>
            <a:r>
              <a:rPr lang="en-US" sz="1900" dirty="0"/>
              <a:t>                                                                                                                               Dr. Pallavi Bhavsar</a:t>
            </a:r>
          </a:p>
          <a:p>
            <a:r>
              <a:rPr lang="en-US" sz="1900" dirty="0"/>
              <a:t>                                                                                                                                          Pharm D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82960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81B5C-1094-FE04-B663-7A014FD8A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04109"/>
            <a:ext cx="10058400" cy="4468091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explain the application of data analytics in clinical research.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clinical trial study focuses on evaluating antidiabetics drug effectiveness in patient having diabetes  for management of diabetes using data analytics process :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513F10-E8BB-48D4-C21E-271A98AFFFF4}"/>
              </a:ext>
            </a:extLst>
          </p:cNvPr>
          <p:cNvSpPr txBox="1"/>
          <p:nvPr/>
        </p:nvSpPr>
        <p:spPr>
          <a:xfrm>
            <a:off x="1278082" y="893618"/>
            <a:ext cx="8936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</a:rPr>
              <a:t>Introduction</a:t>
            </a:r>
            <a:endParaRPr lang="en-IN" sz="2400" dirty="0">
              <a:latin typeface="Algerian" panose="04020705040A02060702" pitchFamily="82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4000EC1-6DFE-56F6-68BA-F4D544B9E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6030482"/>
              </p:ext>
            </p:extLst>
          </p:nvPr>
        </p:nvGraphicFramePr>
        <p:xfrm>
          <a:off x="2032000" y="3002973"/>
          <a:ext cx="7205518" cy="3135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8054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D763ED-01B7-7C0C-4FFA-E6BF7E874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the problem :  Assess the  antidiabetic drug’s effectiveness in reducing HbA1C level.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of research – what previous related results signifies.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Framing research questions need to addressed 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goal of 5% reduction in HbA1c level with statistical significance.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: Principal investigator, sponsor, CRC, Regulatory authority.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Fulfilling all requirements at study site – Drug storage system , well equipped sited for storing electronic documents  and collected study data.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4C8F5A-D028-5AA9-987D-ADDA99717726}"/>
              </a:ext>
            </a:extLst>
          </p:cNvPr>
          <p:cNvSpPr txBox="1"/>
          <p:nvPr/>
        </p:nvSpPr>
        <p:spPr>
          <a:xfrm>
            <a:off x="727364" y="1080654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  <a:cs typeface="Times New Roman" panose="02020603050405020304" pitchFamily="18" charset="0"/>
              </a:rPr>
              <a:t>Plan</a:t>
            </a:r>
            <a:endParaRPr lang="en-IN" sz="28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226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B86A0-34A5-894A-1482-8357AFAFC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protocol of study – Determining study design , inclusion and exclusion criteria, study duration and sample size.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standard operating procedure.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Framing case record form – in which Data need to collected for research.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Framing ICF document in consent of participant is taken.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of participant in study and obtain inform consent.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Collecting baseline data- Age, sex gender , MRD, Comorbid condition, past medication history, BSL , HbA1c, drug – dose , frequency.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73E89-B9F5-51E0-5AD1-1ABD163FA8E9}"/>
              </a:ext>
            </a:extLst>
          </p:cNvPr>
          <p:cNvSpPr txBox="1"/>
          <p:nvPr/>
        </p:nvSpPr>
        <p:spPr>
          <a:xfrm>
            <a:off x="1226127" y="1028700"/>
            <a:ext cx="9102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Prepare</a:t>
            </a:r>
            <a:endParaRPr lang="en-IN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744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B293B-1EDC-8058-4E67-7302CF657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data from multiple trail center.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Standardizing  data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Hb1Ac levels in consistent unit,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drug dosage unform in same unit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of medication and lab values.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quality: clean data , remove duplicates.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data: handle missing values.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case report form.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31273-44D1-2638-EE9F-F8D45D60CC56}"/>
              </a:ext>
            </a:extLst>
          </p:cNvPr>
          <p:cNvSpPr txBox="1"/>
          <p:nvPr/>
        </p:nvSpPr>
        <p:spPr>
          <a:xfrm>
            <a:off x="727364" y="1080654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  <a:cs typeface="Times New Roman" panose="02020603050405020304" pitchFamily="18" charset="0"/>
              </a:rPr>
              <a:t>Process</a:t>
            </a:r>
            <a:endParaRPr lang="en-IN" sz="28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28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78442-05B0-F6B0-A551-759901C6E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hypothesis testing to compare pre and post  treatment results, that how much is reduction in HbA1c by taking drug under study.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Examine the Collected laboratory values.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statistical test to determine significant association between reduction in Hba1c level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findings using graphs and statistical charts.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18CEF-9EC8-2732-D7C7-07D73660D3E5}"/>
              </a:ext>
            </a:extLst>
          </p:cNvPr>
          <p:cNvSpPr txBox="1"/>
          <p:nvPr/>
        </p:nvSpPr>
        <p:spPr>
          <a:xfrm>
            <a:off x="727364" y="1080654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  <a:cs typeface="Times New Roman" panose="02020603050405020304" pitchFamily="18" charset="0"/>
              </a:rPr>
              <a:t>Analyze</a:t>
            </a:r>
            <a:endParaRPr lang="en-IN" sz="28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303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72AA9-D732-48E8-AA75-8D1DA1055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detailed reports showing statistical significance for sponsor.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visual presentation for regulatory bodies – Research ethics committee.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getting approval from the Regulatory bodies publish the findings in peer reviewed medical journals or presenting topic in research conference.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the drug for use in suitable patient with diabetes.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Conducting follow up studies to refine protocols.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Informing healthcare providers and policy makers about study results. 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5CA8F-FBA6-367C-52C6-97C342B6E696}"/>
              </a:ext>
            </a:extLst>
          </p:cNvPr>
          <p:cNvSpPr txBox="1"/>
          <p:nvPr/>
        </p:nvSpPr>
        <p:spPr>
          <a:xfrm>
            <a:off x="727364" y="1080654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lgerian" panose="04020705040A02060702" pitchFamily="82" charset="0"/>
                <a:cs typeface="Times New Roman" panose="02020603050405020304" pitchFamily="18" charset="0"/>
              </a:rPr>
              <a:t>Share and act</a:t>
            </a:r>
            <a:endParaRPr lang="en-IN" sz="28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0003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165</TotalTime>
  <Words>426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Rockwell</vt:lpstr>
      <vt:lpstr>Rockwell Condensed</vt:lpstr>
      <vt:lpstr>Times New Roman</vt:lpstr>
      <vt:lpstr>Wingdings</vt:lpstr>
      <vt:lpstr>Wood Type</vt:lpstr>
      <vt:lpstr>Real - life application of data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Rushikesh Bhavsar</dc:creator>
  <cp:lastModifiedBy>Rushikesh Bhavsar</cp:lastModifiedBy>
  <cp:revision>3</cp:revision>
  <dcterms:created xsi:type="dcterms:W3CDTF">2024-11-19T01:43:01Z</dcterms:created>
  <dcterms:modified xsi:type="dcterms:W3CDTF">2025-02-21T08:25:58Z</dcterms:modified>
</cp:coreProperties>
</file>